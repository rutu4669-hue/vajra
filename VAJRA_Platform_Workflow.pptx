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VAJRA Security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Complete Workflow &amp;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VAJRA Security Platform is a comprehensive cybersecurity threat intelligence and monitoring system designed for Security Operations Centers (SOCs).</a:t>
            </a:r>
          </a:p>
          <a:p>
            <a:pPr>
              <a:spcBef>
                <a:spcPts val="1200"/>
              </a:spcBef>
              <a:defRPr sz="2000" b="1"/>
            </a:pPr>
            <a:r>
              <a:t>Key Features:</a:t>
            </a:r>
          </a:p>
          <a:p>
            <a:pPr lvl="1">
              <a:spcBef>
                <a:spcPts val="600"/>
              </a:spcBef>
              <a:defRPr sz="1600"/>
            </a:pPr>
            <a:r>
              <a:t>• Real-time threat intelligence from AlienVault OTX</a:t>
            </a:r>
          </a:p>
          <a:p>
            <a:pPr lvl="1">
              <a:spcBef>
                <a:spcPts val="600"/>
              </a:spcBef>
              <a:defRPr sz="1600"/>
            </a:pPr>
            <a:r>
              <a:t>• Ransomware attack tracking via Ransomware.live</a:t>
            </a:r>
          </a:p>
          <a:p>
            <a:pPr lvl="1">
              <a:spcBef>
                <a:spcPts val="600"/>
              </a:spcBef>
              <a:defRPr sz="1600"/>
            </a:pPr>
            <a:r>
              <a:t>• Company risk assessment and monitoring</a:t>
            </a:r>
          </a:p>
          <a:p>
            <a:pPr lvl="1">
              <a:spcBef>
                <a:spcPts val="600"/>
              </a:spcBef>
              <a:defRPr sz="1600"/>
            </a:pPr>
            <a:r>
              <a:t>• Live cyber threat news from Hacker News</a:t>
            </a:r>
          </a:p>
          <a:p>
            <a:pPr lvl="1">
              <a:spcBef>
                <a:spcPts val="600"/>
              </a:spcBef>
              <a:defRPr sz="1600"/>
            </a:pPr>
            <a:r>
              <a:t>• PDF report generation with black-and-white styling</a:t>
            </a:r>
          </a:p>
          <a:p>
            <a:pPr lvl="1">
              <a:spcBef>
                <a:spcPts val="600"/>
              </a:spcBef>
              <a:defRPr sz="1600"/>
            </a:pPr>
            <a:r>
              <a:t>• AI-powered security analysis via Gemini</a:t>
            </a:r>
          </a:p>
          <a:p>
            <a:pPr lvl="1">
              <a:spcBef>
                <a:spcPts val="600"/>
              </a:spcBef>
              <a:defRPr sz="1600"/>
            </a:pPr>
            <a:r>
              <a:t>• WebSocket real-time updates</a:t>
            </a:r>
          </a:p>
          <a:p>
            <a:pPr lvl="1">
              <a:spcBef>
                <a:spcPts val="600"/>
              </a:spcBef>
              <a:defRPr sz="1600"/>
            </a:pPr>
            <a:r>
              <a:t>• Comprehensive audit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Three-Tier Architecture:</a:t>
            </a:r>
          </a:p>
          <a:p>
            <a:pPr>
              <a:spcBef>
                <a:spcPts val="1200"/>
              </a:spcBef>
              <a:defRPr sz="2000" b="1"/>
            </a:pPr>
            <a:r>
              <a:t>Frontend Layer (Next.js)</a:t>
            </a:r>
          </a:p>
          <a:p>
            <a:pPr lvl="1">
              <a:defRPr sz="1600"/>
            </a:pPr>
            <a:r>
              <a:t>• React-based dashboard with real-time updates</a:t>
            </a:r>
          </a:p>
          <a:p>
            <a:pPr>
              <a:spcBef>
                <a:spcPts val="1200"/>
              </a:spcBef>
              <a:defRPr sz="2000" b="1"/>
            </a:pPr>
            <a:r>
              <a:t>Backend Layer (FastAPI)</a:t>
            </a:r>
          </a:p>
          <a:p>
            <a:pPr lvl="1">
              <a:defRPr sz="1600"/>
            </a:pPr>
            <a:r>
              <a:t>• RESTful API with 13 modules and 30+ endpoints</a:t>
            </a:r>
          </a:p>
          <a:p>
            <a:pPr lvl="1">
              <a:defRPr sz="1600"/>
            </a:pPr>
            <a:r>
              <a:t>• JWT authentication and authorization</a:t>
            </a:r>
          </a:p>
          <a:p>
            <a:pPr>
              <a:spcBef>
                <a:spcPts val="1200"/>
              </a:spcBef>
              <a:defRPr sz="2000" b="1"/>
            </a:pPr>
            <a:r>
              <a:t>Data Layer (PostgreSQL)</a:t>
            </a:r>
          </a:p>
          <a:p>
            <a:pPr lvl="1">
              <a:defRPr sz="1600"/>
            </a:pPr>
            <a:r>
              <a:t>• 8 database models with relationships</a:t>
            </a:r>
          </a:p>
          <a:p>
            <a:pPr lvl="1">
              <a:defRPr sz="1600"/>
            </a:pPr>
            <a:r>
              <a:t>• Comprehensive audit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User Journey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1800" b="1"/>
            </a:pPr>
            <a:r>
              <a:t>1. User Login → JWT Token Generation</a:t>
            </a:r>
          </a:p>
          <a:p>
            <a:pPr>
              <a:spcBef>
                <a:spcPts val="800"/>
              </a:spcBef>
              <a:defRPr sz="1800"/>
            </a:pPr>
            <a:r>
              <a:t>2. Dashboard Load → Real-time Data Fetch</a:t>
            </a:r>
          </a:p>
          <a:p>
            <a:pPr>
              <a:spcBef>
                <a:spcPts val="800"/>
              </a:spcBef>
              <a:defRPr sz="1800"/>
            </a:pPr>
            <a:r>
              <a:t>3. Module Navigation → Threat Intelligence, Ransomware, News, etc.</a:t>
            </a:r>
          </a:p>
          <a:p>
            <a:pPr>
              <a:spcBef>
                <a:spcPts val="800"/>
              </a:spcBef>
              <a:defRPr sz="1800"/>
            </a:pPr>
            <a:r>
              <a:t>4. Company Monitoring → Risk Assessment &amp; Threat Analysis</a:t>
            </a:r>
          </a:p>
          <a:p>
            <a:pPr>
              <a:spcBef>
                <a:spcPts val="800"/>
              </a:spcBef>
              <a:defRPr sz="1800"/>
            </a:pPr>
            <a:r>
              <a:t>5. Report Generation → PDF Download</a:t>
            </a:r>
          </a:p>
          <a:p>
            <a:pPr>
              <a:spcBef>
                <a:spcPts val="800"/>
              </a:spcBef>
              <a:defRPr sz="1800"/>
            </a:pPr>
            <a:r>
              <a:t>6. Real-time Updates → WebSocket Notifications</a:t>
            </a:r>
          </a:p>
          <a:p>
            <a:pPr>
              <a:spcBef>
                <a:spcPts val="800"/>
              </a:spcBef>
              <a:defRPr sz="1800"/>
            </a:pPr>
            <a:r>
              <a:t>7. Activity Logging → Audit Trail</a:t>
            </a:r>
          </a:p>
          <a:p>
            <a:pPr>
              <a:spcBef>
                <a:spcPts val="800"/>
              </a:spcBef>
              <a:defRPr sz="1800"/>
            </a:pPr>
            <a:r>
              <a:t>8. Logout → Token Clearance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Database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User Model - Authentication &amp; user management</a:t>
            </a:r>
          </a:p>
          <a:p>
            <a:pPr>
              <a:spcBef>
                <a:spcPts val="600"/>
              </a:spcBef>
              <a:defRPr sz="1600"/>
            </a:pPr>
            <a:r>
              <a:t>Company Model - Organization monitoring</a:t>
            </a:r>
          </a:p>
          <a:p>
            <a:pPr>
              <a:spcBef>
                <a:spcPts val="600"/>
              </a:spcBef>
              <a:defRPr sz="1600"/>
            </a:pPr>
            <a:r>
              <a:t>CompanyThreat Model - Threat tracking per company</a:t>
            </a:r>
          </a:p>
          <a:p>
            <a:pPr>
              <a:spcBef>
                <a:spcPts val="600"/>
              </a:spcBef>
              <a:defRPr sz="1600"/>
            </a:pPr>
            <a:r>
              <a:t>CompanyRiskAssessment Model - Risk scoring</a:t>
            </a:r>
          </a:p>
          <a:p>
            <a:pPr>
              <a:spcBef>
                <a:spcPts val="600"/>
              </a:spcBef>
              <a:defRPr sz="1600"/>
            </a:pPr>
            <a:r>
              <a:t>Alert Model - Security alerts</a:t>
            </a:r>
          </a:p>
          <a:p>
            <a:pPr>
              <a:spcBef>
                <a:spcPts val="600"/>
              </a:spcBef>
              <a:defRPr sz="1600"/>
            </a:pPr>
            <a:r>
              <a:t>RansomwareIncident Model - Ransomware attack tracking</a:t>
            </a:r>
          </a:p>
          <a:p>
            <a:pPr>
              <a:spcBef>
                <a:spcPts val="600"/>
              </a:spcBef>
              <a:defRPr sz="1600"/>
            </a:pPr>
            <a:r>
              <a:t>AttackEvent Model - Geographic attack mapping</a:t>
            </a:r>
          </a:p>
          <a:p>
            <a:pPr>
              <a:spcBef>
                <a:spcPts val="600"/>
              </a:spcBef>
              <a:defRPr sz="1600"/>
            </a:pPr>
            <a:r>
              <a:t>ActivityLog Model - Complete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External API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AlienVault OTX - Threat intelligence &amp; IOC data</a:t>
            </a:r>
          </a:p>
          <a:p>
            <a:pPr>
              <a:spcBef>
                <a:spcPts val="600"/>
              </a:spcBef>
              <a:defRPr sz="1600"/>
            </a:pPr>
            <a:r>
              <a:t>Ransomware.live - Ransomware attack tracking</a:t>
            </a:r>
          </a:p>
          <a:p>
            <a:pPr>
              <a:spcBef>
                <a:spcPts val="600"/>
              </a:spcBef>
              <a:defRPr sz="1600"/>
            </a:pPr>
            <a:r>
              <a:t>Hacker News - Cyber threat news feed</a:t>
            </a:r>
          </a:p>
          <a:p>
            <a:pPr>
              <a:spcBef>
                <a:spcPts val="600"/>
              </a:spcBef>
              <a:defRPr sz="1600"/>
            </a:pPr>
            <a:r>
              <a:t>VirusTotal - Malware analysis</a:t>
            </a:r>
          </a:p>
          <a:p>
            <a:pPr>
              <a:spcBef>
                <a:spcPts val="600"/>
              </a:spcBef>
              <a:defRPr sz="1600"/>
            </a:pPr>
            <a:r>
              <a:t>AbuseIPDB - IP reputation checking</a:t>
            </a:r>
          </a:p>
          <a:p>
            <a:pPr>
              <a:spcBef>
                <a:spcPts val="600"/>
              </a:spcBef>
              <a:defRPr sz="1600"/>
            </a:pPr>
            <a:r>
              <a:t>SSL Labs - SSL certificate analysis</a:t>
            </a:r>
          </a:p>
          <a:p>
            <a:pPr>
              <a:spcBef>
                <a:spcPts val="600"/>
              </a:spcBef>
              <a:defRPr sz="1600"/>
            </a:pPr>
            <a:r>
              <a:t>Domain Analysis APIs - Domain risk assessment</a:t>
            </a:r>
          </a:p>
          <a:p>
            <a:pPr>
              <a:spcBef>
                <a:spcPts val="600"/>
              </a:spcBef>
              <a:defRPr sz="1600"/>
            </a:pPr>
            <a:r>
              <a:t>Gemini AI - AI-powered security analysis</a:t>
            </a:r>
          </a:p>
          <a:p>
            <a:pPr>
              <a:spcBef>
                <a:spcPts val="600"/>
              </a:spcBef>
              <a:defRPr sz="1600"/>
            </a:pPr>
            <a:r>
              <a:t>HuggingFace - Machine learning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API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500"/>
              </a:spcBef>
              <a:defRPr sz="1500"/>
            </a:pPr>
            <a:r>
              <a:t>Authentication - User login, registration, token management</a:t>
            </a:r>
          </a:p>
          <a:p>
            <a:pPr>
              <a:spcBef>
                <a:spcPts val="500"/>
              </a:spcBef>
              <a:defRPr sz="1500"/>
            </a:pPr>
            <a:r>
              <a:t>Dashboard - Summary, alerts, attack map data</a:t>
            </a:r>
          </a:p>
          <a:p>
            <a:pPr>
              <a:spcBef>
                <a:spcPts val="500"/>
              </a:spcBef>
              <a:defRPr sz="1500"/>
            </a:pPr>
            <a:r>
              <a:t>Threat Intelligence - Metrics, trends, actors, industries</a:t>
            </a:r>
          </a:p>
          <a:p>
            <a:pPr>
              <a:spcBef>
                <a:spcPts val="500"/>
              </a:spcBef>
              <a:defRPr sz="1500"/>
            </a:pPr>
            <a:r>
              <a:t>Ransomware - Incidents, statistics, group tracking</a:t>
            </a:r>
          </a:p>
          <a:p>
            <a:pPr>
              <a:spcBef>
                <a:spcPts val="500"/>
              </a:spcBef>
              <a:defRPr sz="1500"/>
            </a:pPr>
            <a:r>
              <a:t>News - Live cyber threat news</a:t>
            </a:r>
          </a:p>
          <a:p>
            <a:pPr>
              <a:spcBef>
                <a:spcPts val="500"/>
              </a:spcBef>
              <a:defRPr sz="1500"/>
            </a:pPr>
            <a:r>
              <a:t>Reports - PDF generation for all modules</a:t>
            </a:r>
          </a:p>
          <a:p>
            <a:pPr>
              <a:spcBef>
                <a:spcPts val="500"/>
              </a:spcBef>
              <a:defRPr sz="1500"/>
            </a:pPr>
            <a:r>
              <a:t>AI - AI-powered analysis and predictions</a:t>
            </a:r>
          </a:p>
          <a:p>
            <a:pPr>
              <a:spcBef>
                <a:spcPts val="500"/>
              </a:spcBef>
              <a:defRPr sz="1500"/>
            </a:pPr>
            <a:r>
              <a:t>Companies - Risk assessment and monitoring</a:t>
            </a:r>
          </a:p>
          <a:p>
            <a:pPr>
              <a:spcBef>
                <a:spcPts val="500"/>
              </a:spcBef>
              <a:defRPr sz="1500"/>
            </a:pPr>
            <a:r>
              <a:t>Domain Analysis - Domain risk evaluation</a:t>
            </a:r>
          </a:p>
          <a:p>
            <a:pPr>
              <a:spcBef>
                <a:spcPts val="500"/>
              </a:spcBef>
              <a:defRPr sz="1500"/>
            </a:pPr>
            <a:r>
              <a:t>Alerts - Security alert management</a:t>
            </a:r>
          </a:p>
          <a:p>
            <a:pPr>
              <a:spcBef>
                <a:spcPts val="500"/>
              </a:spcBef>
              <a:defRPr sz="1500"/>
            </a:pPr>
            <a:r>
              <a:t>WebSocket - Real-time data streaming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JWT Authentication - Token-based access control</a:t>
            </a:r>
          </a:p>
          <a:p>
            <a:pPr>
              <a:spcBef>
                <a:spcPts val="600"/>
              </a:spcBef>
              <a:defRPr sz="1600"/>
            </a:pPr>
            <a:r>
              <a:t>Password Hashing - Secure password storage</a:t>
            </a:r>
          </a:p>
          <a:p>
            <a:pPr>
              <a:spcBef>
                <a:spcPts val="600"/>
              </a:spcBef>
              <a:defRPr sz="1600"/>
            </a:pPr>
            <a:r>
              <a:t>CORS - Cross-origin resource sharing</a:t>
            </a:r>
          </a:p>
          <a:p>
            <a:pPr>
              <a:spcBef>
                <a:spcPts val="600"/>
              </a:spcBef>
              <a:defRPr sz="1600"/>
            </a:pPr>
            <a:r>
              <a:t>Rate Limiting - API abuse prevention</a:t>
            </a:r>
          </a:p>
          <a:p>
            <a:pPr>
              <a:spcBef>
                <a:spcPts val="600"/>
              </a:spcBef>
              <a:defRPr sz="1600"/>
            </a:pPr>
            <a:r>
              <a:t>Input Validation - SQL injection &amp; XSS prevention</a:t>
            </a:r>
          </a:p>
          <a:p>
            <a:pPr>
              <a:spcBef>
                <a:spcPts val="600"/>
              </a:spcBef>
              <a:defRPr sz="1600"/>
            </a:pPr>
            <a:r>
              <a:t>Security Headers - HTTP security best practices</a:t>
            </a:r>
          </a:p>
          <a:p>
            <a:pPr>
              <a:spcBef>
                <a:spcPts val="600"/>
              </a:spcBef>
              <a:defRPr sz="1600"/>
            </a:pPr>
            <a:r>
              <a:t>Activity Logging - Complete audit trail</a:t>
            </a:r>
          </a:p>
          <a:p>
            <a:pPr>
              <a:spcBef>
                <a:spcPts val="600"/>
              </a:spcBef>
              <a:defRPr sz="1600"/>
            </a:pPr>
            <a:r>
              <a:t>Role-based Access Control - User permission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Report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Overall PDF Report - Comprehensive platform overview</a:t>
            </a:r>
          </a:p>
          <a:p>
            <a:pPr>
              <a:spcBef>
                <a:spcPts val="600"/>
              </a:spcBef>
              <a:defRPr sz="1600"/>
            </a:pPr>
            <a:r>
              <a:t>Executive Summary - High-level security metrics</a:t>
            </a:r>
          </a:p>
          <a:p>
            <a:pPr>
              <a:spcBef>
                <a:spcPts val="600"/>
              </a:spcBef>
              <a:defRPr sz="1600"/>
            </a:pPr>
            <a:r>
              <a:t>Threat Intelligence Report - Detailed threat analysis</a:t>
            </a:r>
          </a:p>
          <a:p>
            <a:pPr>
              <a:spcBef>
                <a:spcPts val="600"/>
              </a:spcBef>
              <a:defRPr sz="1600"/>
            </a:pPr>
            <a:r>
              <a:t>Ransomware Report - Ransomware incident tracking</a:t>
            </a:r>
          </a:p>
          <a:p>
            <a:pPr>
              <a:spcBef>
                <a:spcPts val="600"/>
              </a:spcBef>
              <a:defRPr sz="1600"/>
            </a:pPr>
            <a:r>
              <a:t>Company Report - Organization-specific risk assessment</a:t>
            </a:r>
          </a:p>
          <a:p>
            <a:pPr>
              <a:spcBef>
                <a:spcPts val="600"/>
              </a:spcBef>
              <a:defRPr sz="1600"/>
            </a:pPr>
            <a:r>
              <a:t>Black-and-White Styling - Consistent professional appearance</a:t>
            </a:r>
          </a:p>
          <a:p>
            <a:pPr>
              <a:spcBef>
                <a:spcPts val="600"/>
              </a:spcBef>
              <a:defRPr sz="1600"/>
            </a:pPr>
            <a:r>
              <a:t>Real-time Generation - On-demand PDF creation</a:t>
            </a:r>
          </a:p>
          <a:p>
            <a:pPr>
              <a:spcBef>
                <a:spcPts val="600"/>
              </a:spcBef>
              <a:defRPr sz="1600"/>
            </a:pPr>
            <a:r>
              <a:t>Download Options - Multiple report formats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Real-time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WebSocket Connection - Persistent bidirectional communication</a:t>
            </a:r>
          </a:p>
          <a:p>
            <a:pPr>
              <a:spcBef>
                <a:spcPts val="600"/>
              </a:spcBef>
              <a:defRPr sz="1600"/>
            </a:pPr>
            <a:r>
              <a:t>Live Threat Updates - Real-time threat intelligence</a:t>
            </a:r>
          </a:p>
          <a:p>
            <a:pPr>
              <a:spcBef>
                <a:spcPts val="600"/>
              </a:spcBef>
              <a:defRPr sz="1600"/>
            </a:pPr>
            <a:r>
              <a:t>Alert Notifications - Instant security alerts</a:t>
            </a:r>
          </a:p>
          <a:p>
            <a:pPr>
              <a:spcBef>
                <a:spcPts val="600"/>
              </a:spcBef>
              <a:defRPr sz="1600"/>
            </a:pPr>
            <a:r>
              <a:t>Dashboard Refresh - Automatic data updates</a:t>
            </a:r>
          </a:p>
          <a:p>
            <a:pPr>
              <a:spcBef>
                <a:spcPts val="600"/>
              </a:spcBef>
              <a:defRPr sz="1600"/>
            </a:pPr>
            <a:r>
              <a:t>Background Sync - Scheduled data synchronization</a:t>
            </a:r>
          </a:p>
          <a:p>
            <a:pPr>
              <a:spcBef>
                <a:spcPts val="600"/>
              </a:spcBef>
              <a:defRPr sz="1600"/>
            </a:pPr>
            <a:r>
              <a:t>Cache Management - Redis caching for performance</a:t>
            </a:r>
          </a:p>
          <a:p>
            <a:pPr>
              <a:spcBef>
                <a:spcPts val="600"/>
              </a:spcBef>
              <a:defRPr sz="1600"/>
            </a:pPr>
            <a:r>
              <a:t>Event Broadcasting - Multi-client updates</a:t>
            </a:r>
          </a:p>
          <a:p>
            <a:pPr>
              <a:spcBef>
                <a:spcPts val="600"/>
              </a:spcBef>
              <a:defRPr sz="1600"/>
            </a:pPr>
            <a:r>
              <a:t>Low Latency - Sub-second response times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VAJRA Security Platform provides:</a:t>
            </a:r>
          </a:p>
          <a:p>
            <a:pPr>
              <a:spcBef>
                <a:spcPts val="1200"/>
              </a:spcBef>
              <a:defRPr sz="2000"/>
            </a:pPr>
            <a:r>
              <a:t>• Comprehensive threat intelligence and monitoring</a:t>
            </a:r>
          </a:p>
          <a:p>
            <a:pPr>
              <a:defRPr sz="2000"/>
            </a:pPr>
            <a:r>
              <a:t>• Real-time data updates and notifications</a:t>
            </a:r>
          </a:p>
          <a:p>
            <a:pPr>
              <a:defRPr sz="2000"/>
            </a:pPr>
            <a:r>
              <a:t>• Professional PDF reporting with consistent styling</a:t>
            </a:r>
          </a:p>
          <a:p>
            <a:pPr>
              <a:defRPr sz="2000"/>
            </a:pPr>
            <a:r>
              <a:t>• AI-powered security analysis</a:t>
            </a:r>
          </a:p>
          <a:p>
            <a:pPr>
              <a:defRPr sz="2000"/>
            </a:pPr>
            <a:r>
              <a:t>• Complete audit trail and activity logging</a:t>
            </a:r>
          </a:p>
          <a:p>
            <a:pPr>
              <a:defRPr sz="2000"/>
            </a:pPr>
            <a:r>
              <a:t>• Scalable architecture for enterprise deployment</a:t>
            </a:r>
          </a:p>
          <a:p>
            <a:pPr algn="ctr">
              <a:spcBef>
                <a:spcPts val="2400"/>
              </a:spcBef>
              <a:defRPr sz="1800" i="1"/>
            </a:pPr>
            <a:r>
              <a:t>Built for Security Operations Centers to enhance threat detection and response capabilities.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